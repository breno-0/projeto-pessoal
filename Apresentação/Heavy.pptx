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Zuume Rough Bold" charset="1" panose="00000800000000000000"/>
      <p:regular r:id="rId13"/>
    </p:embeddedFont>
    <p:embeddedFont>
      <p:font typeface="Open Sans" charset="1" panose="00000000000000000000"/>
      <p:regular r:id="rId14"/>
    </p:embeddedFont>
    <p:embeddedFont>
      <p:font typeface="Canva Sans" charset="1" panose="020B0503030501040103"/>
      <p:regular r:id="rId15"/>
    </p:embeddedFont>
    <p:embeddedFont>
      <p:font typeface="Noto Serif Ethiopic Condensed" charset="1" panose="02020502060505020204"/>
      <p:regular r:id="rId16"/>
    </p:embeddedFont>
    <p:embeddedFont>
      <p:font typeface="Noto Serif Ethiopic Condensed Bold" charset="1" panose="02020502060505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png" Type="http://schemas.openxmlformats.org/officeDocument/2006/relationships/image"/><Relationship Id="rId9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13" Target="../media/image19.pn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0.png" Type="http://schemas.openxmlformats.org/officeDocument/2006/relationships/image"/><Relationship Id="rId8" Target="../media/image11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4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5455" y="6221960"/>
            <a:ext cx="18378911" cy="5937644"/>
            <a:chOff x="0" y="0"/>
            <a:chExt cx="6351016" cy="20518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141224" y="-32766"/>
              <a:ext cx="6676263" cy="2188718"/>
            </a:xfrm>
            <a:custGeom>
              <a:avLst/>
              <a:gdLst/>
              <a:ahLst/>
              <a:cxnLst/>
              <a:rect r="r" b="b" t="t" l="l"/>
              <a:pathLst>
                <a:path h="2188718" w="6676263">
                  <a:moveTo>
                    <a:pt x="5308473" y="1893951"/>
                  </a:moveTo>
                  <a:cubicBezTo>
                    <a:pt x="4846701" y="1905381"/>
                    <a:pt x="4377690" y="1951609"/>
                    <a:pt x="3895979" y="1882013"/>
                  </a:cubicBezTo>
                  <a:cubicBezTo>
                    <a:pt x="3726815" y="1951990"/>
                    <a:pt x="3538474" y="1900809"/>
                    <a:pt x="3341116" y="1881251"/>
                  </a:cubicBezTo>
                  <a:cubicBezTo>
                    <a:pt x="3039110" y="1918589"/>
                    <a:pt x="2649474" y="1902333"/>
                    <a:pt x="2157095" y="1949323"/>
                  </a:cubicBezTo>
                  <a:cubicBezTo>
                    <a:pt x="1830070" y="1957959"/>
                    <a:pt x="1514602" y="1957070"/>
                    <a:pt x="1176020" y="1999869"/>
                  </a:cubicBezTo>
                  <a:cubicBezTo>
                    <a:pt x="988695" y="1999996"/>
                    <a:pt x="787654" y="1995424"/>
                    <a:pt x="592963" y="2029460"/>
                  </a:cubicBezTo>
                  <a:cubicBezTo>
                    <a:pt x="0" y="2119503"/>
                    <a:pt x="176022" y="2188718"/>
                    <a:pt x="142494" y="1476121"/>
                  </a:cubicBezTo>
                  <a:cubicBezTo>
                    <a:pt x="157480" y="1157986"/>
                    <a:pt x="134112" y="804418"/>
                    <a:pt x="148590" y="446024"/>
                  </a:cubicBezTo>
                  <a:cubicBezTo>
                    <a:pt x="144780" y="361442"/>
                    <a:pt x="140970" y="257937"/>
                    <a:pt x="148844" y="158877"/>
                  </a:cubicBezTo>
                  <a:cubicBezTo>
                    <a:pt x="149987" y="127635"/>
                    <a:pt x="92710" y="0"/>
                    <a:pt x="274574" y="52959"/>
                  </a:cubicBezTo>
                  <a:cubicBezTo>
                    <a:pt x="449199" y="85852"/>
                    <a:pt x="635889" y="55499"/>
                    <a:pt x="807974" y="93472"/>
                  </a:cubicBezTo>
                  <a:cubicBezTo>
                    <a:pt x="899287" y="55626"/>
                    <a:pt x="995426" y="13462"/>
                    <a:pt x="1105916" y="50165"/>
                  </a:cubicBezTo>
                  <a:cubicBezTo>
                    <a:pt x="1239520" y="15240"/>
                    <a:pt x="1395476" y="42672"/>
                    <a:pt x="1540383" y="48895"/>
                  </a:cubicBezTo>
                  <a:cubicBezTo>
                    <a:pt x="1680718" y="0"/>
                    <a:pt x="1917700" y="93091"/>
                    <a:pt x="2196338" y="52451"/>
                  </a:cubicBezTo>
                  <a:cubicBezTo>
                    <a:pt x="2408428" y="157734"/>
                    <a:pt x="2643378" y="41402"/>
                    <a:pt x="2992247" y="134747"/>
                  </a:cubicBezTo>
                  <a:cubicBezTo>
                    <a:pt x="3053080" y="137795"/>
                    <a:pt x="3105658" y="154305"/>
                    <a:pt x="3243453" y="127381"/>
                  </a:cubicBezTo>
                  <a:cubicBezTo>
                    <a:pt x="3320923" y="168783"/>
                    <a:pt x="3413252" y="182118"/>
                    <a:pt x="3538220" y="203454"/>
                  </a:cubicBezTo>
                  <a:cubicBezTo>
                    <a:pt x="3582416" y="237617"/>
                    <a:pt x="3695573" y="123698"/>
                    <a:pt x="3894836" y="191389"/>
                  </a:cubicBezTo>
                  <a:cubicBezTo>
                    <a:pt x="3950081" y="204089"/>
                    <a:pt x="3971925" y="142748"/>
                    <a:pt x="4217797" y="203200"/>
                  </a:cubicBezTo>
                  <a:cubicBezTo>
                    <a:pt x="4315587" y="304419"/>
                    <a:pt x="4379976" y="211836"/>
                    <a:pt x="4598797" y="242697"/>
                  </a:cubicBezTo>
                  <a:cubicBezTo>
                    <a:pt x="4642358" y="226949"/>
                    <a:pt x="4690745" y="254000"/>
                    <a:pt x="4744212" y="278638"/>
                  </a:cubicBezTo>
                  <a:cubicBezTo>
                    <a:pt x="4831080" y="275590"/>
                    <a:pt x="4930521" y="272669"/>
                    <a:pt x="5041138" y="287782"/>
                  </a:cubicBezTo>
                  <a:cubicBezTo>
                    <a:pt x="5170170" y="246634"/>
                    <a:pt x="5310378" y="247650"/>
                    <a:pt x="5452237" y="321945"/>
                  </a:cubicBezTo>
                  <a:cubicBezTo>
                    <a:pt x="5540248" y="346202"/>
                    <a:pt x="5630672" y="308991"/>
                    <a:pt x="5740400" y="296418"/>
                  </a:cubicBezTo>
                  <a:cubicBezTo>
                    <a:pt x="5812282" y="318516"/>
                    <a:pt x="5899150" y="338836"/>
                    <a:pt x="5993384" y="344932"/>
                  </a:cubicBezTo>
                  <a:cubicBezTo>
                    <a:pt x="6052693" y="332994"/>
                    <a:pt x="6116320" y="372110"/>
                    <a:pt x="6183122" y="362331"/>
                  </a:cubicBezTo>
                  <a:cubicBezTo>
                    <a:pt x="6236081" y="327406"/>
                    <a:pt x="6298692" y="318262"/>
                    <a:pt x="6378448" y="361188"/>
                  </a:cubicBezTo>
                  <a:cubicBezTo>
                    <a:pt x="6520561" y="392430"/>
                    <a:pt x="6481699" y="395224"/>
                    <a:pt x="6491732" y="665099"/>
                  </a:cubicBezTo>
                  <a:cubicBezTo>
                    <a:pt x="6480175" y="1018667"/>
                    <a:pt x="6492494" y="1379347"/>
                    <a:pt x="6488049" y="1757934"/>
                  </a:cubicBezTo>
                  <a:cubicBezTo>
                    <a:pt x="6476365" y="1999107"/>
                    <a:pt x="6676263" y="1893443"/>
                    <a:pt x="5308473" y="1893951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-45455" y="6479998"/>
            <a:ext cx="18378911" cy="5937644"/>
            <a:chOff x="0" y="0"/>
            <a:chExt cx="6351016" cy="20518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-141224" y="-32766"/>
              <a:ext cx="6676263" cy="2188718"/>
            </a:xfrm>
            <a:custGeom>
              <a:avLst/>
              <a:gdLst/>
              <a:ahLst/>
              <a:cxnLst/>
              <a:rect r="r" b="b" t="t" l="l"/>
              <a:pathLst>
                <a:path h="2188718" w="6676263">
                  <a:moveTo>
                    <a:pt x="5308473" y="1893951"/>
                  </a:moveTo>
                  <a:cubicBezTo>
                    <a:pt x="4846701" y="1905381"/>
                    <a:pt x="4377690" y="1951609"/>
                    <a:pt x="3895979" y="1882013"/>
                  </a:cubicBezTo>
                  <a:cubicBezTo>
                    <a:pt x="3726815" y="1951990"/>
                    <a:pt x="3538474" y="1900809"/>
                    <a:pt x="3341116" y="1881251"/>
                  </a:cubicBezTo>
                  <a:cubicBezTo>
                    <a:pt x="3039110" y="1918589"/>
                    <a:pt x="2649474" y="1902333"/>
                    <a:pt x="2157095" y="1949323"/>
                  </a:cubicBezTo>
                  <a:cubicBezTo>
                    <a:pt x="1830070" y="1957959"/>
                    <a:pt x="1514602" y="1957070"/>
                    <a:pt x="1176020" y="1999869"/>
                  </a:cubicBezTo>
                  <a:cubicBezTo>
                    <a:pt x="988695" y="1999996"/>
                    <a:pt x="787654" y="1995424"/>
                    <a:pt x="592963" y="2029460"/>
                  </a:cubicBezTo>
                  <a:cubicBezTo>
                    <a:pt x="0" y="2119503"/>
                    <a:pt x="176022" y="2188718"/>
                    <a:pt x="142494" y="1476121"/>
                  </a:cubicBezTo>
                  <a:cubicBezTo>
                    <a:pt x="157480" y="1157986"/>
                    <a:pt x="134112" y="804418"/>
                    <a:pt x="148590" y="446024"/>
                  </a:cubicBezTo>
                  <a:cubicBezTo>
                    <a:pt x="144780" y="361442"/>
                    <a:pt x="140970" y="257937"/>
                    <a:pt x="148844" y="158877"/>
                  </a:cubicBezTo>
                  <a:cubicBezTo>
                    <a:pt x="149987" y="127635"/>
                    <a:pt x="92710" y="0"/>
                    <a:pt x="274574" y="52959"/>
                  </a:cubicBezTo>
                  <a:cubicBezTo>
                    <a:pt x="449199" y="85852"/>
                    <a:pt x="635889" y="55499"/>
                    <a:pt x="807974" y="93472"/>
                  </a:cubicBezTo>
                  <a:cubicBezTo>
                    <a:pt x="899287" y="55626"/>
                    <a:pt x="995426" y="13462"/>
                    <a:pt x="1105916" y="50165"/>
                  </a:cubicBezTo>
                  <a:cubicBezTo>
                    <a:pt x="1239520" y="15240"/>
                    <a:pt x="1395476" y="42672"/>
                    <a:pt x="1540383" y="48895"/>
                  </a:cubicBezTo>
                  <a:cubicBezTo>
                    <a:pt x="1680718" y="0"/>
                    <a:pt x="1917700" y="93091"/>
                    <a:pt x="2196338" y="52451"/>
                  </a:cubicBezTo>
                  <a:cubicBezTo>
                    <a:pt x="2408428" y="157734"/>
                    <a:pt x="2643378" y="41402"/>
                    <a:pt x="2992247" y="134747"/>
                  </a:cubicBezTo>
                  <a:cubicBezTo>
                    <a:pt x="3053080" y="137795"/>
                    <a:pt x="3105658" y="154305"/>
                    <a:pt x="3243453" y="127381"/>
                  </a:cubicBezTo>
                  <a:cubicBezTo>
                    <a:pt x="3320923" y="168783"/>
                    <a:pt x="3413252" y="182118"/>
                    <a:pt x="3538220" y="203454"/>
                  </a:cubicBezTo>
                  <a:cubicBezTo>
                    <a:pt x="3582416" y="237617"/>
                    <a:pt x="3695573" y="123698"/>
                    <a:pt x="3894836" y="191389"/>
                  </a:cubicBezTo>
                  <a:cubicBezTo>
                    <a:pt x="3950081" y="204089"/>
                    <a:pt x="3971925" y="142748"/>
                    <a:pt x="4217797" y="203200"/>
                  </a:cubicBezTo>
                  <a:cubicBezTo>
                    <a:pt x="4315587" y="304419"/>
                    <a:pt x="4379976" y="211836"/>
                    <a:pt x="4598797" y="242697"/>
                  </a:cubicBezTo>
                  <a:cubicBezTo>
                    <a:pt x="4642358" y="226949"/>
                    <a:pt x="4690745" y="254000"/>
                    <a:pt x="4744212" y="278638"/>
                  </a:cubicBezTo>
                  <a:cubicBezTo>
                    <a:pt x="4831080" y="275590"/>
                    <a:pt x="4930521" y="272669"/>
                    <a:pt x="5041138" y="287782"/>
                  </a:cubicBezTo>
                  <a:cubicBezTo>
                    <a:pt x="5170170" y="246634"/>
                    <a:pt x="5310378" y="247650"/>
                    <a:pt x="5452237" y="321945"/>
                  </a:cubicBezTo>
                  <a:cubicBezTo>
                    <a:pt x="5540248" y="346202"/>
                    <a:pt x="5630672" y="308991"/>
                    <a:pt x="5740400" y="296418"/>
                  </a:cubicBezTo>
                  <a:cubicBezTo>
                    <a:pt x="5812282" y="318516"/>
                    <a:pt x="5899150" y="338836"/>
                    <a:pt x="5993384" y="344932"/>
                  </a:cubicBezTo>
                  <a:cubicBezTo>
                    <a:pt x="6052693" y="332994"/>
                    <a:pt x="6116320" y="372110"/>
                    <a:pt x="6183122" y="362331"/>
                  </a:cubicBezTo>
                  <a:cubicBezTo>
                    <a:pt x="6236081" y="327406"/>
                    <a:pt x="6298692" y="318262"/>
                    <a:pt x="6378448" y="361188"/>
                  </a:cubicBezTo>
                  <a:cubicBezTo>
                    <a:pt x="6520561" y="392430"/>
                    <a:pt x="6481699" y="395224"/>
                    <a:pt x="6491732" y="665099"/>
                  </a:cubicBezTo>
                  <a:cubicBezTo>
                    <a:pt x="6480175" y="1018667"/>
                    <a:pt x="6492494" y="1379347"/>
                    <a:pt x="6488049" y="1757934"/>
                  </a:cubicBezTo>
                  <a:cubicBezTo>
                    <a:pt x="6476365" y="1999107"/>
                    <a:pt x="6676263" y="1893443"/>
                    <a:pt x="5308473" y="1893951"/>
                  </a:cubicBezTo>
                  <a:close/>
                </a:path>
              </a:pathLst>
            </a:custGeom>
            <a:blipFill>
              <a:blip r:embed="rId3"/>
              <a:stretch>
                <a:fillRect l="0" t="-77622" r="0" b="-28992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2482179">
            <a:off x="16572599" y="-815838"/>
            <a:ext cx="2887218" cy="2880000"/>
          </a:xfrm>
          <a:custGeom>
            <a:avLst/>
            <a:gdLst/>
            <a:ahLst/>
            <a:cxnLst/>
            <a:rect r="r" b="b" t="t" l="l"/>
            <a:pathLst>
              <a:path h="2880000" w="2887218">
                <a:moveTo>
                  <a:pt x="0" y="0"/>
                </a:moveTo>
                <a:lnTo>
                  <a:pt x="2887218" y="0"/>
                </a:lnTo>
                <a:lnTo>
                  <a:pt x="2887218" y="2880000"/>
                </a:lnTo>
                <a:lnTo>
                  <a:pt x="0" y="2880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800000" y="-746088"/>
            <a:ext cx="3600000" cy="2740500"/>
          </a:xfrm>
          <a:custGeom>
            <a:avLst/>
            <a:gdLst/>
            <a:ahLst/>
            <a:cxnLst/>
            <a:rect r="r" b="b" t="t" l="l"/>
            <a:pathLst>
              <a:path h="2740500" w="3600000">
                <a:moveTo>
                  <a:pt x="0" y="0"/>
                </a:moveTo>
                <a:lnTo>
                  <a:pt x="3600000" y="0"/>
                </a:lnTo>
                <a:lnTo>
                  <a:pt x="3600000" y="2740500"/>
                </a:lnTo>
                <a:lnTo>
                  <a:pt x="0" y="2740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48744" y="1470073"/>
            <a:ext cx="14990512" cy="416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8"/>
              </a:lnSpc>
              <a:spcBef>
                <a:spcPct val="0"/>
              </a:spcBef>
            </a:pPr>
            <a:r>
              <a:rPr lang="en-US" sz="22999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-Heavy Metal-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65100" y="5184805"/>
            <a:ext cx="10957800" cy="339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1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FEITO POR BRENO OTÁVIO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7811251" y="9712020"/>
            <a:ext cx="74394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2482179">
            <a:off x="16572599" y="-815838"/>
            <a:ext cx="2887218" cy="2880000"/>
          </a:xfrm>
          <a:custGeom>
            <a:avLst/>
            <a:gdLst/>
            <a:ahLst/>
            <a:cxnLst/>
            <a:rect r="r" b="b" t="t" l="l"/>
            <a:pathLst>
              <a:path h="2880000" w="2887218">
                <a:moveTo>
                  <a:pt x="0" y="0"/>
                </a:moveTo>
                <a:lnTo>
                  <a:pt x="2887218" y="0"/>
                </a:lnTo>
                <a:lnTo>
                  <a:pt x="2887218" y="2880000"/>
                </a:lnTo>
                <a:lnTo>
                  <a:pt x="0" y="2880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574968" y="8431230"/>
            <a:ext cx="3600000" cy="2740500"/>
          </a:xfrm>
          <a:custGeom>
            <a:avLst/>
            <a:gdLst/>
            <a:ahLst/>
            <a:cxnLst/>
            <a:rect r="r" b="b" t="t" l="l"/>
            <a:pathLst>
              <a:path h="2740500" w="3600000">
                <a:moveTo>
                  <a:pt x="0" y="2740500"/>
                </a:moveTo>
                <a:lnTo>
                  <a:pt x="3600000" y="2740500"/>
                </a:lnTo>
                <a:lnTo>
                  <a:pt x="3600000" y="0"/>
                </a:lnTo>
                <a:lnTo>
                  <a:pt x="0" y="0"/>
                </a:lnTo>
                <a:lnTo>
                  <a:pt x="0" y="2740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70040" y="909417"/>
            <a:ext cx="4245850" cy="3996467"/>
          </a:xfrm>
          <a:custGeom>
            <a:avLst/>
            <a:gdLst/>
            <a:ahLst/>
            <a:cxnLst/>
            <a:rect r="r" b="b" t="t" l="l"/>
            <a:pathLst>
              <a:path h="3996467" w="4245850">
                <a:moveTo>
                  <a:pt x="0" y="0"/>
                </a:moveTo>
                <a:lnTo>
                  <a:pt x="4245850" y="0"/>
                </a:lnTo>
                <a:lnTo>
                  <a:pt x="4245850" y="3996468"/>
                </a:lnTo>
                <a:lnTo>
                  <a:pt x="0" y="39964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3120" r="0" b="-312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97907" y="2658928"/>
            <a:ext cx="4569408" cy="4569408"/>
          </a:xfrm>
          <a:custGeom>
            <a:avLst/>
            <a:gdLst/>
            <a:ahLst/>
            <a:cxnLst/>
            <a:rect r="r" b="b" t="t" l="l"/>
            <a:pathLst>
              <a:path h="4569408" w="4569408">
                <a:moveTo>
                  <a:pt x="0" y="0"/>
                </a:moveTo>
                <a:lnTo>
                  <a:pt x="4569409" y="0"/>
                </a:lnTo>
                <a:lnTo>
                  <a:pt x="4569409" y="4569408"/>
                </a:lnTo>
                <a:lnTo>
                  <a:pt x="0" y="45694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8519" y="5011224"/>
            <a:ext cx="4137971" cy="4137971"/>
          </a:xfrm>
          <a:custGeom>
            <a:avLst/>
            <a:gdLst/>
            <a:ahLst/>
            <a:cxnLst/>
            <a:rect r="r" b="b" t="t" l="l"/>
            <a:pathLst>
              <a:path h="4137971" w="4137971">
                <a:moveTo>
                  <a:pt x="0" y="0"/>
                </a:moveTo>
                <a:lnTo>
                  <a:pt x="4137971" y="0"/>
                </a:lnTo>
                <a:lnTo>
                  <a:pt x="4137971" y="4137971"/>
                </a:lnTo>
                <a:lnTo>
                  <a:pt x="0" y="413797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68651" y="407663"/>
            <a:ext cx="2139737" cy="3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COntexto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21453" y="451144"/>
            <a:ext cx="4663154" cy="245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46"/>
              </a:lnSpc>
              <a:spcBef>
                <a:spcPct val="0"/>
              </a:spcBef>
            </a:pPr>
            <a:r>
              <a:rPr lang="en-US" sz="6819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Contexto - História do Metal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21453" y="3485142"/>
            <a:ext cx="5940882" cy="6038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28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 heavy metal surgiu no final dos anos 60', principalmente no Reino Unido e nos Estados Unidos.</a:t>
            </a:r>
          </a:p>
          <a:p>
            <a:pPr algn="l">
              <a:lnSpc>
                <a:spcPts val="4001"/>
              </a:lnSpc>
            </a:pPr>
          </a:p>
          <a:p>
            <a:pPr algn="l">
              <a:lnSpc>
                <a:spcPts val="4001"/>
              </a:lnSpc>
            </a:pPr>
            <a:r>
              <a:rPr lang="en-US" sz="28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Devido a revolução do Rock, que estava se dividindo e formando novos gêneros.</a:t>
            </a:r>
          </a:p>
          <a:p>
            <a:pPr algn="l">
              <a:lnSpc>
                <a:spcPts val="4001"/>
              </a:lnSpc>
            </a:pPr>
          </a:p>
          <a:p>
            <a:pPr algn="l">
              <a:lnSpc>
                <a:spcPts val="4001"/>
              </a:lnSpc>
            </a:pPr>
            <a:r>
              <a:rPr lang="en-US" sz="28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O Metal veio com ideias de Liberdade, Crítica e principalmente Inovação.</a:t>
            </a:r>
          </a:p>
          <a:p>
            <a:pPr algn="l">
              <a:lnSpc>
                <a:spcPts val="400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333627" y="1854094"/>
            <a:ext cx="10590903" cy="10590903"/>
            <a:chOff x="0" y="0"/>
            <a:chExt cx="19050000" cy="190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348882" y="766744"/>
              <a:ext cx="18352235" cy="17516512"/>
            </a:xfrm>
            <a:custGeom>
              <a:avLst/>
              <a:gdLst/>
              <a:ahLst/>
              <a:cxnLst/>
              <a:rect r="r" b="b" t="t" l="l"/>
              <a:pathLst>
                <a:path h="17516512" w="18352235">
                  <a:moveTo>
                    <a:pt x="9176118" y="14013"/>
                  </a:moveTo>
                  <a:cubicBezTo>
                    <a:pt x="6042785" y="0"/>
                    <a:pt x="3141451" y="1663572"/>
                    <a:pt x="1570726" y="4374807"/>
                  </a:cubicBezTo>
                  <a:cubicBezTo>
                    <a:pt x="0" y="7086041"/>
                    <a:pt x="0" y="10430470"/>
                    <a:pt x="1570726" y="13141705"/>
                  </a:cubicBezTo>
                  <a:cubicBezTo>
                    <a:pt x="3141451" y="15852939"/>
                    <a:pt x="6042785" y="17516512"/>
                    <a:pt x="9176118" y="17502499"/>
                  </a:cubicBezTo>
                  <a:cubicBezTo>
                    <a:pt x="12309451" y="17516512"/>
                    <a:pt x="15210784" y="15852939"/>
                    <a:pt x="16781510" y="13141705"/>
                  </a:cubicBezTo>
                  <a:cubicBezTo>
                    <a:pt x="18352235" y="10430470"/>
                    <a:pt x="18352235" y="7086041"/>
                    <a:pt x="16781510" y="4374807"/>
                  </a:cubicBezTo>
                  <a:cubicBezTo>
                    <a:pt x="15210784" y="1663572"/>
                    <a:pt x="12309451" y="0"/>
                    <a:pt x="9176118" y="14013"/>
                  </a:cubicBezTo>
                  <a:close/>
                </a:path>
              </a:pathLst>
            </a:custGeom>
            <a:blipFill>
              <a:blip r:embed="rId3"/>
              <a:stretch>
                <a:fillRect l="223" t="0" r="223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50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9050000"/>
                  </a:lnTo>
                  <a:lnTo>
                    <a:pt x="0" y="1905000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2482179">
            <a:off x="16572599" y="-815838"/>
            <a:ext cx="2887218" cy="2880000"/>
          </a:xfrm>
          <a:custGeom>
            <a:avLst/>
            <a:gdLst/>
            <a:ahLst/>
            <a:cxnLst/>
            <a:rect r="r" b="b" t="t" l="l"/>
            <a:pathLst>
              <a:path h="2880000" w="2887218">
                <a:moveTo>
                  <a:pt x="0" y="0"/>
                </a:moveTo>
                <a:lnTo>
                  <a:pt x="2887218" y="0"/>
                </a:lnTo>
                <a:lnTo>
                  <a:pt x="2887218" y="2880000"/>
                </a:lnTo>
                <a:lnTo>
                  <a:pt x="0" y="28800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-1574968" y="8431230"/>
            <a:ext cx="3600000" cy="2740500"/>
          </a:xfrm>
          <a:custGeom>
            <a:avLst/>
            <a:gdLst/>
            <a:ahLst/>
            <a:cxnLst/>
            <a:rect r="r" b="b" t="t" l="l"/>
            <a:pathLst>
              <a:path h="2740500" w="3600000">
                <a:moveTo>
                  <a:pt x="0" y="2740500"/>
                </a:moveTo>
                <a:lnTo>
                  <a:pt x="3600000" y="2740500"/>
                </a:lnTo>
                <a:lnTo>
                  <a:pt x="3600000" y="0"/>
                </a:lnTo>
                <a:lnTo>
                  <a:pt x="0" y="0"/>
                </a:lnTo>
                <a:lnTo>
                  <a:pt x="0" y="274050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8597246" y="2259483"/>
            <a:ext cx="5768035" cy="5768035"/>
            <a:chOff x="0" y="0"/>
            <a:chExt cx="19050000" cy="190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348882" y="766744"/>
              <a:ext cx="18352235" cy="17516512"/>
            </a:xfrm>
            <a:custGeom>
              <a:avLst/>
              <a:gdLst/>
              <a:ahLst/>
              <a:cxnLst/>
              <a:rect r="r" b="b" t="t" l="l"/>
              <a:pathLst>
                <a:path h="17516512" w="18352235">
                  <a:moveTo>
                    <a:pt x="9176118" y="14013"/>
                  </a:moveTo>
                  <a:cubicBezTo>
                    <a:pt x="6042785" y="0"/>
                    <a:pt x="3141451" y="1663572"/>
                    <a:pt x="1570726" y="4374807"/>
                  </a:cubicBezTo>
                  <a:cubicBezTo>
                    <a:pt x="0" y="7086041"/>
                    <a:pt x="0" y="10430470"/>
                    <a:pt x="1570726" y="13141705"/>
                  </a:cubicBezTo>
                  <a:cubicBezTo>
                    <a:pt x="3141451" y="15852939"/>
                    <a:pt x="6042785" y="17516512"/>
                    <a:pt x="9176118" y="17502499"/>
                  </a:cubicBezTo>
                  <a:cubicBezTo>
                    <a:pt x="12309451" y="17516512"/>
                    <a:pt x="15210784" y="15852939"/>
                    <a:pt x="16781510" y="13141705"/>
                  </a:cubicBezTo>
                  <a:cubicBezTo>
                    <a:pt x="18352235" y="10430470"/>
                    <a:pt x="18352235" y="7086041"/>
                    <a:pt x="16781510" y="4374807"/>
                  </a:cubicBezTo>
                  <a:cubicBezTo>
                    <a:pt x="15210784" y="1663572"/>
                    <a:pt x="12309451" y="0"/>
                    <a:pt x="9176118" y="14013"/>
                  </a:cubicBezTo>
                  <a:close/>
                </a:path>
              </a:pathLst>
            </a:custGeom>
            <a:blipFill>
              <a:blip r:embed="rId9"/>
              <a:stretch>
                <a:fillRect l="223" t="0" r="223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9050000"/>
                  </a:lnTo>
                  <a:lnTo>
                    <a:pt x="0" y="1905000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568651" y="407663"/>
            <a:ext cx="2139737" cy="3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contexto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6055" y="1432651"/>
            <a:ext cx="6844891" cy="180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13"/>
              </a:lnSpc>
              <a:spcBef>
                <a:spcPct val="0"/>
              </a:spcBef>
            </a:pPr>
            <a:r>
              <a:rPr lang="en-US" sz="10009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Contexto pessoal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76019" y="4385920"/>
            <a:ext cx="6721227" cy="404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05462" indent="-352731" lvl="1">
              <a:lnSpc>
                <a:spcPts val="4574"/>
              </a:lnSpc>
              <a:buFont typeface="Arial"/>
              <a:buChar char="•"/>
            </a:pPr>
            <a:r>
              <a:rPr lang="en-US" sz="3267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Como e quando Surgiu?</a:t>
            </a:r>
          </a:p>
          <a:p>
            <a:pPr algn="l">
              <a:lnSpc>
                <a:spcPts val="4574"/>
              </a:lnSpc>
            </a:pPr>
          </a:p>
          <a:p>
            <a:pPr algn="l" marL="705462" indent="-352731" lvl="1">
              <a:lnSpc>
                <a:spcPts val="4574"/>
              </a:lnSpc>
              <a:buFont typeface="Arial"/>
              <a:buChar char="•"/>
            </a:pPr>
            <a:r>
              <a:rPr lang="en-US" sz="3267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Como está inserido no dia a dia?</a:t>
            </a:r>
          </a:p>
          <a:p>
            <a:pPr algn="l">
              <a:lnSpc>
                <a:spcPts val="4574"/>
              </a:lnSpc>
            </a:pPr>
          </a:p>
          <a:p>
            <a:pPr algn="l" marL="705462" indent="-352731" lvl="1">
              <a:lnSpc>
                <a:spcPts val="4574"/>
              </a:lnSpc>
              <a:buFont typeface="Arial"/>
              <a:buChar char="•"/>
            </a:pPr>
            <a:r>
              <a:rPr lang="en-US" sz="3267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Por que o tema foi escolhido?</a:t>
            </a:r>
          </a:p>
          <a:p>
            <a:pPr algn="l">
              <a:lnSpc>
                <a:spcPts val="4574"/>
              </a:lnSpc>
            </a:pPr>
          </a:p>
          <a:p>
            <a:pPr algn="l" marL="705462" indent="-352731" lvl="1">
              <a:lnSpc>
                <a:spcPts val="4574"/>
              </a:lnSpc>
              <a:spcBef>
                <a:spcPct val="0"/>
              </a:spcBef>
              <a:buFont typeface="Arial"/>
              <a:buChar char="•"/>
            </a:pPr>
            <a:r>
              <a:rPr lang="en-US" sz="3267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Valores atrelados ao tema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7811251" y="9712020"/>
            <a:ext cx="74394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2482179">
            <a:off x="16572599" y="-815838"/>
            <a:ext cx="2887218" cy="2880000"/>
          </a:xfrm>
          <a:custGeom>
            <a:avLst/>
            <a:gdLst/>
            <a:ahLst/>
            <a:cxnLst/>
            <a:rect r="r" b="b" t="t" l="l"/>
            <a:pathLst>
              <a:path h="2880000" w="2887218">
                <a:moveTo>
                  <a:pt x="0" y="0"/>
                </a:moveTo>
                <a:lnTo>
                  <a:pt x="2887218" y="0"/>
                </a:lnTo>
                <a:lnTo>
                  <a:pt x="2887218" y="2880000"/>
                </a:lnTo>
                <a:lnTo>
                  <a:pt x="0" y="2880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434892" y="5874311"/>
            <a:ext cx="5237028" cy="1717790"/>
            <a:chOff x="0" y="0"/>
            <a:chExt cx="1379299" cy="4524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9300" cy="452422"/>
            </a:xfrm>
            <a:custGeom>
              <a:avLst/>
              <a:gdLst/>
              <a:ahLst/>
              <a:cxnLst/>
              <a:rect r="r" b="b" t="t" l="l"/>
              <a:pathLst>
                <a:path h="452422" w="1379300">
                  <a:moveTo>
                    <a:pt x="25131" y="0"/>
                  </a:moveTo>
                  <a:lnTo>
                    <a:pt x="1354168" y="0"/>
                  </a:lnTo>
                  <a:cubicBezTo>
                    <a:pt x="1360834" y="0"/>
                    <a:pt x="1367226" y="2648"/>
                    <a:pt x="1371939" y="7361"/>
                  </a:cubicBezTo>
                  <a:cubicBezTo>
                    <a:pt x="1376652" y="12074"/>
                    <a:pt x="1379300" y="18466"/>
                    <a:pt x="1379300" y="25131"/>
                  </a:cubicBezTo>
                  <a:lnTo>
                    <a:pt x="1379300" y="427291"/>
                  </a:lnTo>
                  <a:cubicBezTo>
                    <a:pt x="1379300" y="433956"/>
                    <a:pt x="1376652" y="440348"/>
                    <a:pt x="1371939" y="445061"/>
                  </a:cubicBezTo>
                  <a:cubicBezTo>
                    <a:pt x="1367226" y="449774"/>
                    <a:pt x="1360834" y="452422"/>
                    <a:pt x="1354168" y="452422"/>
                  </a:cubicBezTo>
                  <a:lnTo>
                    <a:pt x="25131" y="452422"/>
                  </a:lnTo>
                  <a:cubicBezTo>
                    <a:pt x="11252" y="452422"/>
                    <a:pt x="0" y="441171"/>
                    <a:pt x="0" y="427291"/>
                  </a:cubicBezTo>
                  <a:lnTo>
                    <a:pt x="0" y="25131"/>
                  </a:lnTo>
                  <a:cubicBezTo>
                    <a:pt x="0" y="18466"/>
                    <a:pt x="2648" y="12074"/>
                    <a:pt x="7361" y="7361"/>
                  </a:cubicBezTo>
                  <a:cubicBezTo>
                    <a:pt x="12074" y="2648"/>
                    <a:pt x="18466" y="0"/>
                    <a:pt x="2513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379299" cy="519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true" rot="0">
            <a:off x="-1574968" y="8431230"/>
            <a:ext cx="3600000" cy="2740500"/>
          </a:xfrm>
          <a:custGeom>
            <a:avLst/>
            <a:gdLst/>
            <a:ahLst/>
            <a:cxnLst/>
            <a:rect r="r" b="b" t="t" l="l"/>
            <a:pathLst>
              <a:path h="2740500" w="3600000">
                <a:moveTo>
                  <a:pt x="0" y="2740500"/>
                </a:moveTo>
                <a:lnTo>
                  <a:pt x="3600000" y="2740500"/>
                </a:lnTo>
                <a:lnTo>
                  <a:pt x="3600000" y="0"/>
                </a:lnTo>
                <a:lnTo>
                  <a:pt x="0" y="0"/>
                </a:lnTo>
                <a:lnTo>
                  <a:pt x="0" y="2740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10893398" y="-384643"/>
            <a:ext cx="6365902" cy="4689548"/>
            <a:chOff x="0" y="0"/>
            <a:chExt cx="19050000" cy="14033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169582" y="1014439"/>
              <a:ext cx="16710835" cy="12004622"/>
            </a:xfrm>
            <a:custGeom>
              <a:avLst/>
              <a:gdLst/>
              <a:ahLst/>
              <a:cxnLst/>
              <a:rect r="r" b="b" t="t" l="l"/>
              <a:pathLst>
                <a:path h="12004622" w="16710835">
                  <a:moveTo>
                    <a:pt x="0" y="0"/>
                  </a:moveTo>
                  <a:lnTo>
                    <a:pt x="16710835" y="0"/>
                  </a:lnTo>
                  <a:lnTo>
                    <a:pt x="16710835" y="12004622"/>
                  </a:lnTo>
                  <a:lnTo>
                    <a:pt x="0" y="12004622"/>
                  </a:lnTo>
                  <a:close/>
                </a:path>
              </a:pathLst>
            </a:custGeom>
            <a:blipFill>
              <a:blip r:embed="rId7"/>
              <a:stretch>
                <a:fillRect l="0" t="-12206" r="0" b="-12206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050000" cy="14033500"/>
            </a:xfrm>
            <a:custGeom>
              <a:avLst/>
              <a:gdLst/>
              <a:ahLst/>
              <a:cxnLst/>
              <a:rect r="r" b="b" t="t" l="l"/>
              <a:pathLst>
                <a:path h="140335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4033500"/>
                  </a:lnTo>
                  <a:lnTo>
                    <a:pt x="0" y="14033500"/>
                  </a:lnTo>
                  <a:close/>
                </a:path>
              </a:pathLst>
            </a:custGeom>
            <a:blipFill>
              <a:blip r:embed="rId8"/>
              <a:stretch>
                <a:fillRect l="0" t="-226" r="0" b="-226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0893398" y="4568752"/>
            <a:ext cx="6365902" cy="4689548"/>
            <a:chOff x="0" y="0"/>
            <a:chExt cx="19050000" cy="14033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169582" y="1014439"/>
              <a:ext cx="16710835" cy="12004622"/>
            </a:xfrm>
            <a:custGeom>
              <a:avLst/>
              <a:gdLst/>
              <a:ahLst/>
              <a:cxnLst/>
              <a:rect r="r" b="b" t="t" l="l"/>
              <a:pathLst>
                <a:path h="12004622" w="16710835">
                  <a:moveTo>
                    <a:pt x="0" y="0"/>
                  </a:moveTo>
                  <a:lnTo>
                    <a:pt x="16710835" y="0"/>
                  </a:lnTo>
                  <a:lnTo>
                    <a:pt x="16710835" y="12004622"/>
                  </a:lnTo>
                  <a:lnTo>
                    <a:pt x="0" y="12004622"/>
                  </a:lnTo>
                  <a:close/>
                </a:path>
              </a:pathLst>
            </a:custGeom>
            <a:blipFill>
              <a:blip r:embed="rId9"/>
              <a:stretch>
                <a:fillRect l="-7127" t="0" r="-7127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50000" cy="14033500"/>
            </a:xfrm>
            <a:custGeom>
              <a:avLst/>
              <a:gdLst/>
              <a:ahLst/>
              <a:cxnLst/>
              <a:rect r="r" b="b" t="t" l="l"/>
              <a:pathLst>
                <a:path h="140335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4033500"/>
                  </a:lnTo>
                  <a:lnTo>
                    <a:pt x="0" y="14033500"/>
                  </a:lnTo>
                  <a:close/>
                </a:path>
              </a:pathLst>
            </a:custGeom>
            <a:blipFill>
              <a:blip r:embed="rId8"/>
              <a:stretch>
                <a:fillRect l="0" t="-226" r="0" b="-226"/>
              </a:stretch>
            </a:blip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6872478" y="1528788"/>
            <a:ext cx="6365902" cy="4689548"/>
            <a:chOff x="0" y="0"/>
            <a:chExt cx="19050000" cy="14033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169582" y="1014439"/>
              <a:ext cx="16710835" cy="12004622"/>
            </a:xfrm>
            <a:custGeom>
              <a:avLst/>
              <a:gdLst/>
              <a:ahLst/>
              <a:cxnLst/>
              <a:rect r="r" b="b" t="t" l="l"/>
              <a:pathLst>
                <a:path h="12004622" w="16710835">
                  <a:moveTo>
                    <a:pt x="0" y="0"/>
                  </a:moveTo>
                  <a:lnTo>
                    <a:pt x="16710835" y="0"/>
                  </a:lnTo>
                  <a:lnTo>
                    <a:pt x="16710835" y="12004622"/>
                  </a:lnTo>
                  <a:lnTo>
                    <a:pt x="0" y="12004622"/>
                  </a:lnTo>
                  <a:close/>
                </a:path>
              </a:pathLst>
            </a:custGeom>
            <a:blipFill>
              <a:blip r:embed="rId10"/>
              <a:stretch>
                <a:fillRect l="-15306" t="0" r="-15306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050000" cy="14033500"/>
            </a:xfrm>
            <a:custGeom>
              <a:avLst/>
              <a:gdLst/>
              <a:ahLst/>
              <a:cxnLst/>
              <a:rect r="r" b="b" t="t" l="l"/>
              <a:pathLst>
                <a:path h="140335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4033500"/>
                  </a:lnTo>
                  <a:lnTo>
                    <a:pt x="0" y="14033500"/>
                  </a:lnTo>
                  <a:close/>
                </a:path>
              </a:pathLst>
            </a:custGeom>
            <a:blipFill>
              <a:blip r:embed="rId8"/>
              <a:stretch>
                <a:fillRect l="0" t="-226" r="0" b="-226"/>
              </a:stretch>
            </a:blipFill>
          </p:spPr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6872478" y="6482182"/>
            <a:ext cx="6365902" cy="4689548"/>
            <a:chOff x="0" y="0"/>
            <a:chExt cx="19050000" cy="14033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169582" y="1014439"/>
              <a:ext cx="16710835" cy="12004622"/>
            </a:xfrm>
            <a:custGeom>
              <a:avLst/>
              <a:gdLst/>
              <a:ahLst/>
              <a:cxnLst/>
              <a:rect r="r" b="b" t="t" l="l"/>
              <a:pathLst>
                <a:path h="12004622" w="16710835">
                  <a:moveTo>
                    <a:pt x="0" y="0"/>
                  </a:moveTo>
                  <a:lnTo>
                    <a:pt x="16710835" y="0"/>
                  </a:lnTo>
                  <a:lnTo>
                    <a:pt x="16710835" y="12004622"/>
                  </a:lnTo>
                  <a:lnTo>
                    <a:pt x="0" y="12004622"/>
                  </a:lnTo>
                  <a:close/>
                </a:path>
              </a:pathLst>
            </a:custGeom>
            <a:blipFill>
              <a:blip r:embed="rId11"/>
              <a:stretch>
                <a:fillRect l="-27872" t="0" r="-27872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050000" cy="14033500"/>
            </a:xfrm>
            <a:custGeom>
              <a:avLst/>
              <a:gdLst/>
              <a:ahLst/>
              <a:cxnLst/>
              <a:rect r="r" b="b" t="t" l="l"/>
              <a:pathLst>
                <a:path h="140335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4033500"/>
                  </a:lnTo>
                  <a:lnTo>
                    <a:pt x="0" y="14033500"/>
                  </a:lnTo>
                  <a:close/>
                </a:path>
              </a:pathLst>
            </a:custGeom>
            <a:blipFill>
              <a:blip r:embed="rId8"/>
              <a:stretch>
                <a:fillRect l="0" t="-226" r="0" b="-226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false" flipV="false" rot="0">
            <a:off x="656640" y="3088204"/>
            <a:ext cx="4836152" cy="2720335"/>
          </a:xfrm>
          <a:custGeom>
            <a:avLst/>
            <a:gdLst/>
            <a:ahLst/>
            <a:cxnLst/>
            <a:rect r="r" b="b" t="t" l="l"/>
            <a:pathLst>
              <a:path h="2720335" w="4836152">
                <a:moveTo>
                  <a:pt x="0" y="0"/>
                </a:moveTo>
                <a:lnTo>
                  <a:pt x="4836152" y="0"/>
                </a:lnTo>
                <a:lnTo>
                  <a:pt x="4836152" y="2720335"/>
                </a:lnTo>
                <a:lnTo>
                  <a:pt x="0" y="272033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028700" y="5629944"/>
            <a:ext cx="5908189" cy="2193415"/>
          </a:xfrm>
          <a:custGeom>
            <a:avLst/>
            <a:gdLst/>
            <a:ahLst/>
            <a:cxnLst/>
            <a:rect r="r" b="b" t="t" l="l"/>
            <a:pathLst>
              <a:path h="2193415" w="5908189">
                <a:moveTo>
                  <a:pt x="0" y="0"/>
                </a:moveTo>
                <a:lnTo>
                  <a:pt x="5908189" y="0"/>
                </a:lnTo>
                <a:lnTo>
                  <a:pt x="5908189" y="2193415"/>
                </a:lnTo>
                <a:lnTo>
                  <a:pt x="0" y="219341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563163" y="278054"/>
            <a:ext cx="4082907" cy="2380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48"/>
              </a:lnSpc>
              <a:spcBef>
                <a:spcPct val="0"/>
              </a:spcBef>
            </a:pPr>
            <a:r>
              <a:rPr lang="en-US" sz="13177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projeto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7811251" y="9712020"/>
            <a:ext cx="74394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2482179">
            <a:off x="16572599" y="-815838"/>
            <a:ext cx="2887218" cy="2880000"/>
          </a:xfrm>
          <a:custGeom>
            <a:avLst/>
            <a:gdLst/>
            <a:ahLst/>
            <a:cxnLst/>
            <a:rect r="r" b="b" t="t" l="l"/>
            <a:pathLst>
              <a:path h="2880000" w="2887218">
                <a:moveTo>
                  <a:pt x="0" y="0"/>
                </a:moveTo>
                <a:lnTo>
                  <a:pt x="2887218" y="0"/>
                </a:lnTo>
                <a:lnTo>
                  <a:pt x="2887218" y="2880000"/>
                </a:lnTo>
                <a:lnTo>
                  <a:pt x="0" y="2880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574968" y="8431230"/>
            <a:ext cx="3600000" cy="2740500"/>
          </a:xfrm>
          <a:custGeom>
            <a:avLst/>
            <a:gdLst/>
            <a:ahLst/>
            <a:cxnLst/>
            <a:rect r="r" b="b" t="t" l="l"/>
            <a:pathLst>
              <a:path h="2740500" w="3600000">
                <a:moveTo>
                  <a:pt x="0" y="2740500"/>
                </a:moveTo>
                <a:lnTo>
                  <a:pt x="3600000" y="2740500"/>
                </a:lnTo>
                <a:lnTo>
                  <a:pt x="3600000" y="0"/>
                </a:lnTo>
                <a:lnTo>
                  <a:pt x="0" y="0"/>
                </a:lnTo>
                <a:lnTo>
                  <a:pt x="0" y="2740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410318" y="2848245"/>
            <a:ext cx="2573274" cy="2573274"/>
            <a:chOff x="0" y="0"/>
            <a:chExt cx="19050000" cy="1905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348882" y="766744"/>
              <a:ext cx="18352235" cy="17516512"/>
            </a:xfrm>
            <a:custGeom>
              <a:avLst/>
              <a:gdLst/>
              <a:ahLst/>
              <a:cxnLst/>
              <a:rect r="r" b="b" t="t" l="l"/>
              <a:pathLst>
                <a:path h="17516512" w="18352235">
                  <a:moveTo>
                    <a:pt x="9176118" y="14013"/>
                  </a:moveTo>
                  <a:cubicBezTo>
                    <a:pt x="6042785" y="0"/>
                    <a:pt x="3141451" y="1663572"/>
                    <a:pt x="1570726" y="4374807"/>
                  </a:cubicBezTo>
                  <a:cubicBezTo>
                    <a:pt x="0" y="7086041"/>
                    <a:pt x="0" y="10430470"/>
                    <a:pt x="1570726" y="13141705"/>
                  </a:cubicBezTo>
                  <a:cubicBezTo>
                    <a:pt x="3141451" y="15852939"/>
                    <a:pt x="6042785" y="17516512"/>
                    <a:pt x="9176118" y="17502499"/>
                  </a:cubicBezTo>
                  <a:cubicBezTo>
                    <a:pt x="12309451" y="17516512"/>
                    <a:pt x="15210784" y="15852939"/>
                    <a:pt x="16781510" y="13141705"/>
                  </a:cubicBezTo>
                  <a:cubicBezTo>
                    <a:pt x="18352235" y="10430470"/>
                    <a:pt x="18352235" y="7086041"/>
                    <a:pt x="16781510" y="4374807"/>
                  </a:cubicBezTo>
                  <a:cubicBezTo>
                    <a:pt x="15210784" y="1663572"/>
                    <a:pt x="12309451" y="0"/>
                    <a:pt x="9176118" y="14013"/>
                  </a:cubicBezTo>
                  <a:close/>
                </a:path>
              </a:pathLst>
            </a:custGeom>
            <a:blipFill>
              <a:blip r:embed="rId7"/>
              <a:stretch>
                <a:fillRect l="223" t="0" r="223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50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9050000"/>
                  </a:lnTo>
                  <a:lnTo>
                    <a:pt x="0" y="1905000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4867183" y="4856615"/>
            <a:ext cx="2409617" cy="2409617"/>
            <a:chOff x="0" y="0"/>
            <a:chExt cx="19050000" cy="19050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348882" y="766744"/>
              <a:ext cx="18352235" cy="17516512"/>
            </a:xfrm>
            <a:custGeom>
              <a:avLst/>
              <a:gdLst/>
              <a:ahLst/>
              <a:cxnLst/>
              <a:rect r="r" b="b" t="t" l="l"/>
              <a:pathLst>
                <a:path h="17516512" w="18352235">
                  <a:moveTo>
                    <a:pt x="9176118" y="14013"/>
                  </a:moveTo>
                  <a:cubicBezTo>
                    <a:pt x="6042785" y="0"/>
                    <a:pt x="3141451" y="1663572"/>
                    <a:pt x="1570726" y="4374807"/>
                  </a:cubicBezTo>
                  <a:cubicBezTo>
                    <a:pt x="0" y="7086041"/>
                    <a:pt x="0" y="10430470"/>
                    <a:pt x="1570726" y="13141705"/>
                  </a:cubicBezTo>
                  <a:cubicBezTo>
                    <a:pt x="3141451" y="15852939"/>
                    <a:pt x="6042785" y="17516512"/>
                    <a:pt x="9176118" y="17502499"/>
                  </a:cubicBezTo>
                  <a:cubicBezTo>
                    <a:pt x="12309451" y="17516512"/>
                    <a:pt x="15210784" y="15852939"/>
                    <a:pt x="16781510" y="13141705"/>
                  </a:cubicBezTo>
                  <a:cubicBezTo>
                    <a:pt x="18352235" y="10430470"/>
                    <a:pt x="18352235" y="7086041"/>
                    <a:pt x="16781510" y="4374807"/>
                  </a:cubicBezTo>
                  <a:cubicBezTo>
                    <a:pt x="15210784" y="1663572"/>
                    <a:pt x="12309451" y="0"/>
                    <a:pt x="9176118" y="14013"/>
                  </a:cubicBezTo>
                  <a:close/>
                </a:path>
              </a:pathLst>
            </a:custGeom>
            <a:blipFill>
              <a:blip r:embed="rId9"/>
              <a:stretch>
                <a:fillRect l="-37906" t="0" r="-37906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050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9050000"/>
                  </a:lnTo>
                  <a:lnTo>
                    <a:pt x="0" y="1905000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5096712">
            <a:off x="2179587" y="3272557"/>
            <a:ext cx="13447846" cy="2689569"/>
          </a:xfrm>
          <a:custGeom>
            <a:avLst/>
            <a:gdLst/>
            <a:ahLst/>
            <a:cxnLst/>
            <a:rect r="r" b="b" t="t" l="l"/>
            <a:pathLst>
              <a:path h="2689569" w="13447846">
                <a:moveTo>
                  <a:pt x="0" y="0"/>
                </a:moveTo>
                <a:lnTo>
                  <a:pt x="13447847" y="0"/>
                </a:lnTo>
                <a:lnTo>
                  <a:pt x="13447847" y="2689569"/>
                </a:lnTo>
                <a:lnTo>
                  <a:pt x="0" y="268956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62616" y="819150"/>
            <a:ext cx="5764114" cy="124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6"/>
              </a:lnSpc>
              <a:spcBef>
                <a:spcPct val="0"/>
              </a:spcBef>
            </a:pPr>
            <a:r>
              <a:rPr lang="en-US" sz="6819">
                <a:solidFill>
                  <a:srgbClr val="FF3131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dificuldades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517125" y="819150"/>
            <a:ext cx="5764114" cy="1246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46"/>
              </a:lnSpc>
              <a:spcBef>
                <a:spcPct val="0"/>
              </a:spcBef>
            </a:pPr>
            <a:r>
              <a:rPr lang="en-US" sz="6819">
                <a:solidFill>
                  <a:srgbClr val="7ED957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Superações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7211" y="5806048"/>
            <a:ext cx="263172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Estilização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23057" y="7713272"/>
            <a:ext cx="4193980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Implementação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    API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17125" y="3511313"/>
            <a:ext cx="4402336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Aprender e aplicar a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parte técnica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36360" y="5994748"/>
            <a:ext cx="4736157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Organização do tempo</a:t>
            </a:r>
          </a:p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   e outras demandas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7811251" y="9712020"/>
            <a:ext cx="74394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2482179">
            <a:off x="16572599" y="-815838"/>
            <a:ext cx="2887218" cy="2880000"/>
          </a:xfrm>
          <a:custGeom>
            <a:avLst/>
            <a:gdLst/>
            <a:ahLst/>
            <a:cxnLst/>
            <a:rect r="r" b="b" t="t" l="l"/>
            <a:pathLst>
              <a:path h="2880000" w="2887218">
                <a:moveTo>
                  <a:pt x="0" y="0"/>
                </a:moveTo>
                <a:lnTo>
                  <a:pt x="2887218" y="0"/>
                </a:lnTo>
                <a:lnTo>
                  <a:pt x="2887218" y="2880000"/>
                </a:lnTo>
                <a:lnTo>
                  <a:pt x="0" y="2880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574968" y="8431230"/>
            <a:ext cx="3600000" cy="2740500"/>
          </a:xfrm>
          <a:custGeom>
            <a:avLst/>
            <a:gdLst/>
            <a:ahLst/>
            <a:cxnLst/>
            <a:rect r="r" b="b" t="t" l="l"/>
            <a:pathLst>
              <a:path h="2740500" w="3600000">
                <a:moveTo>
                  <a:pt x="0" y="2740500"/>
                </a:moveTo>
                <a:lnTo>
                  <a:pt x="3600000" y="2740500"/>
                </a:lnTo>
                <a:lnTo>
                  <a:pt x="3600000" y="0"/>
                </a:lnTo>
                <a:lnTo>
                  <a:pt x="0" y="0"/>
                </a:lnTo>
                <a:lnTo>
                  <a:pt x="0" y="27405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7556225" y="2110368"/>
            <a:ext cx="9703075" cy="7147932"/>
            <a:chOff x="0" y="0"/>
            <a:chExt cx="19050000" cy="140335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169582" y="1014439"/>
              <a:ext cx="16710835" cy="12004622"/>
            </a:xfrm>
            <a:custGeom>
              <a:avLst/>
              <a:gdLst/>
              <a:ahLst/>
              <a:cxnLst/>
              <a:rect r="r" b="b" t="t" l="l"/>
              <a:pathLst>
                <a:path h="12004622" w="16710835">
                  <a:moveTo>
                    <a:pt x="0" y="0"/>
                  </a:moveTo>
                  <a:lnTo>
                    <a:pt x="16710835" y="0"/>
                  </a:lnTo>
                  <a:lnTo>
                    <a:pt x="16710835" y="12004622"/>
                  </a:lnTo>
                  <a:lnTo>
                    <a:pt x="0" y="12004622"/>
                  </a:lnTo>
                  <a:close/>
                </a:path>
              </a:pathLst>
            </a:custGeom>
            <a:blipFill>
              <a:blip r:embed="rId7"/>
              <a:stretch>
                <a:fillRect l="-3113" t="0" r="-3113" b="-10058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50000" cy="14033500"/>
            </a:xfrm>
            <a:custGeom>
              <a:avLst/>
              <a:gdLst/>
              <a:ahLst/>
              <a:cxnLst/>
              <a:rect r="r" b="b" t="t" l="l"/>
              <a:pathLst>
                <a:path h="140335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4033500"/>
                  </a:lnTo>
                  <a:lnTo>
                    <a:pt x="0" y="14033500"/>
                  </a:lnTo>
                  <a:close/>
                </a:path>
              </a:pathLst>
            </a:custGeom>
            <a:blipFill>
              <a:blip r:embed="rId8"/>
              <a:stretch>
                <a:fillRect l="0" t="-226" r="0" b="-22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12975" y="338412"/>
            <a:ext cx="6843250" cy="1806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10"/>
              </a:lnSpc>
              <a:spcBef>
                <a:spcPct val="0"/>
              </a:spcBef>
            </a:pPr>
            <a:r>
              <a:rPr lang="en-US" sz="10007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Agradecimentos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3261" y="2554153"/>
            <a:ext cx="4744700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u="sng">
                <a:solidFill>
                  <a:srgbClr val="FFFFFF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Professores: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6931" y="6029995"/>
            <a:ext cx="3531653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u="sng">
                <a:solidFill>
                  <a:srgbClr val="FFFFFF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Amigos</a:t>
            </a:r>
            <a:r>
              <a:rPr lang="en-US" sz="5000" b="true">
                <a:solidFill>
                  <a:srgbClr val="FFFFFF"/>
                </a:solidFill>
                <a:latin typeface="Noto Serif Ethiopic Condensed Bold"/>
                <a:ea typeface="Noto Serif Ethiopic Condensed Bold"/>
                <a:cs typeface="Noto Serif Ethiopic Condensed Bold"/>
                <a:sym typeface="Noto Serif Ethiopic Condensed Bold"/>
              </a:rPr>
              <a:t>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39238" y="4652327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45478" y="7145961"/>
            <a:ext cx="4406212" cy="2508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18743" indent="-309371" lvl="1">
              <a:lnSpc>
                <a:spcPts val="4012"/>
              </a:lnSpc>
              <a:buFont typeface="Arial"/>
              <a:buChar char="•"/>
            </a:pPr>
            <a:r>
              <a:rPr lang="en-US" sz="2865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Guilherme Silva</a:t>
            </a:r>
          </a:p>
          <a:p>
            <a:pPr algn="ctr" marL="618743" indent="-309371" lvl="1">
              <a:lnSpc>
                <a:spcPts val="4012"/>
              </a:lnSpc>
              <a:buFont typeface="Arial"/>
              <a:buChar char="•"/>
            </a:pPr>
            <a:r>
              <a:rPr lang="en-US" sz="2865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Michel Tito</a:t>
            </a:r>
          </a:p>
          <a:p>
            <a:pPr algn="ctr" marL="618743" indent="-309371" lvl="1">
              <a:lnSpc>
                <a:spcPts val="4012"/>
              </a:lnSpc>
              <a:buFont typeface="Arial"/>
              <a:buChar char="•"/>
            </a:pPr>
            <a:r>
              <a:rPr lang="en-US" sz="2865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Lucas miralha</a:t>
            </a:r>
          </a:p>
          <a:p>
            <a:pPr algn="ctr" marL="618743" indent="-309371" lvl="1">
              <a:lnSpc>
                <a:spcPts val="4012"/>
              </a:lnSpc>
              <a:buFont typeface="Arial"/>
              <a:buChar char="•"/>
            </a:pPr>
            <a:r>
              <a:rPr lang="en-US" sz="2865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Gustavo Bello</a:t>
            </a:r>
          </a:p>
          <a:p>
            <a:pPr algn="ctr" marL="618743" indent="-309371" lvl="1">
              <a:lnSpc>
                <a:spcPts val="4012"/>
              </a:lnSpc>
              <a:buFont typeface="Arial"/>
              <a:buChar char="•"/>
            </a:pPr>
            <a:r>
              <a:rPr lang="en-US" sz="2865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João de Oliveira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25032" y="3623416"/>
            <a:ext cx="3942585" cy="1916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97032" indent="-398516" lvl="1">
              <a:lnSpc>
                <a:spcPts val="5168"/>
              </a:lnSpc>
              <a:buFont typeface="Arial"/>
              <a:buChar char="•"/>
            </a:pPr>
            <a:r>
              <a:rPr lang="en-US" sz="3691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Marcos</a:t>
            </a:r>
          </a:p>
          <a:p>
            <a:pPr algn="ctr" marL="797032" indent="-398516" lvl="1">
              <a:lnSpc>
                <a:spcPts val="5168"/>
              </a:lnSpc>
              <a:buFont typeface="Arial"/>
              <a:buChar char="•"/>
            </a:pPr>
            <a:r>
              <a:rPr lang="en-US" sz="3691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Rosim</a:t>
            </a:r>
          </a:p>
          <a:p>
            <a:pPr algn="ctr" marL="797032" indent="-398516" lvl="1">
              <a:lnSpc>
                <a:spcPts val="5168"/>
              </a:lnSpc>
              <a:buFont typeface="Arial"/>
              <a:buChar char="•"/>
            </a:pPr>
            <a:r>
              <a:rPr lang="en-US" sz="3691">
                <a:solidFill>
                  <a:srgbClr val="FFFFFF"/>
                </a:solidFill>
                <a:latin typeface="Noto Serif Ethiopic Condensed"/>
                <a:ea typeface="Noto Serif Ethiopic Condensed"/>
                <a:cs typeface="Noto Serif Ethiopic Condensed"/>
                <a:sym typeface="Noto Serif Ethiopic Condensed"/>
              </a:rPr>
              <a:t>Giuliana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7811251" y="9712020"/>
            <a:ext cx="74394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2482179">
            <a:off x="15275919" y="-1174392"/>
            <a:ext cx="3966762" cy="3956845"/>
          </a:xfrm>
          <a:custGeom>
            <a:avLst/>
            <a:gdLst/>
            <a:ahLst/>
            <a:cxnLst/>
            <a:rect r="r" b="b" t="t" l="l"/>
            <a:pathLst>
              <a:path h="3956845" w="3966762">
                <a:moveTo>
                  <a:pt x="0" y="0"/>
                </a:moveTo>
                <a:lnTo>
                  <a:pt x="3966762" y="0"/>
                </a:lnTo>
                <a:lnTo>
                  <a:pt x="3966762" y="3956845"/>
                </a:lnTo>
                <a:lnTo>
                  <a:pt x="0" y="3956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-1869705" y="8250738"/>
            <a:ext cx="4074199" cy="3101484"/>
          </a:xfrm>
          <a:custGeom>
            <a:avLst/>
            <a:gdLst/>
            <a:ahLst/>
            <a:cxnLst/>
            <a:rect r="r" b="b" t="t" l="l"/>
            <a:pathLst>
              <a:path h="3101484" w="4074199">
                <a:moveTo>
                  <a:pt x="0" y="3101484"/>
                </a:moveTo>
                <a:lnTo>
                  <a:pt x="4074200" y="3101484"/>
                </a:lnTo>
                <a:lnTo>
                  <a:pt x="4074200" y="0"/>
                </a:lnTo>
                <a:lnTo>
                  <a:pt x="0" y="0"/>
                </a:lnTo>
                <a:lnTo>
                  <a:pt x="0" y="310148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709280" y="2570554"/>
            <a:ext cx="11650258" cy="7230927"/>
            <a:chOff x="0" y="0"/>
            <a:chExt cx="19050000" cy="118237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93887" y="377952"/>
              <a:ext cx="18462225" cy="11067795"/>
            </a:xfrm>
            <a:custGeom>
              <a:avLst/>
              <a:gdLst/>
              <a:ahLst/>
              <a:cxnLst/>
              <a:rect r="r" b="b" t="t" l="l"/>
              <a:pathLst>
                <a:path h="11067795" w="18462225">
                  <a:moveTo>
                    <a:pt x="9231113" y="8854"/>
                  </a:moveTo>
                  <a:cubicBezTo>
                    <a:pt x="6079001" y="0"/>
                    <a:pt x="3160279" y="1051127"/>
                    <a:pt x="1580140" y="2764219"/>
                  </a:cubicBezTo>
                  <a:cubicBezTo>
                    <a:pt x="0" y="4477310"/>
                    <a:pt x="0" y="6590485"/>
                    <a:pt x="1580140" y="8303577"/>
                  </a:cubicBezTo>
                  <a:cubicBezTo>
                    <a:pt x="3160279" y="10016669"/>
                    <a:pt x="6079001" y="11067795"/>
                    <a:pt x="9231113" y="11058941"/>
                  </a:cubicBezTo>
                  <a:cubicBezTo>
                    <a:pt x="12383225" y="11067795"/>
                    <a:pt x="15301947" y="10016669"/>
                    <a:pt x="16882086" y="8303577"/>
                  </a:cubicBezTo>
                  <a:cubicBezTo>
                    <a:pt x="18462226" y="6590485"/>
                    <a:pt x="18462226" y="4477310"/>
                    <a:pt x="16882086" y="2764219"/>
                  </a:cubicBezTo>
                  <a:cubicBezTo>
                    <a:pt x="15301947" y="1051127"/>
                    <a:pt x="12383225" y="0"/>
                    <a:pt x="9231113" y="8854"/>
                  </a:cubicBezTo>
                  <a:close/>
                </a:path>
              </a:pathLst>
            </a:custGeom>
            <a:blipFill>
              <a:blip r:embed="rId7"/>
              <a:stretch>
                <a:fillRect l="-5580" t="0" r="-558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050000" cy="11823700"/>
            </a:xfrm>
            <a:custGeom>
              <a:avLst/>
              <a:gdLst/>
              <a:ahLst/>
              <a:cxnLst/>
              <a:rect r="r" b="b" t="t" l="l"/>
              <a:pathLst>
                <a:path h="118237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1823700"/>
                  </a:lnTo>
                  <a:lnTo>
                    <a:pt x="0" y="11823700"/>
                  </a:lnTo>
                  <a:close/>
                </a:path>
              </a:pathLst>
            </a:custGeom>
            <a:blipFill>
              <a:blip r:embed="rId8"/>
              <a:stretch>
                <a:fillRect l="0" t="-46" r="0" b="-4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12754" y="807492"/>
            <a:ext cx="10587858" cy="267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00"/>
              </a:lnSpc>
            </a:pPr>
            <a:r>
              <a:rPr lang="en-US" sz="20000">
                <a:solidFill>
                  <a:srgbClr val="FFFFFF"/>
                </a:solidFill>
                <a:latin typeface="Zuume Rough Bold"/>
                <a:ea typeface="Zuume Rough Bold"/>
                <a:cs typeface="Zuume Rough Bold"/>
                <a:sym typeface="Zuume Rough Bold"/>
              </a:rPr>
              <a:t>Obrigado 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46246" y="8528547"/>
            <a:ext cx="2740022" cy="729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3"/>
              </a:lnSpc>
            </a:pPr>
            <a:r>
              <a:rPr lang="en-US" sz="262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Serj Tankian</a:t>
            </a:r>
          </a:p>
          <a:p>
            <a:pPr algn="ctr">
              <a:lnSpc>
                <a:spcPts val="2160"/>
              </a:lnSpc>
            </a:pPr>
            <a:r>
              <a:rPr lang="en-US" sz="154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-Vocalista System of a Down-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DAGpJD8Z8Hk</dc:identifier>
  <dcterms:modified xsi:type="dcterms:W3CDTF">2011-08-01T06:04:30Z</dcterms:modified>
  <cp:revision>1</cp:revision>
  <dc:title>Heavy</dc:title>
</cp:coreProperties>
</file>